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6217920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960120"/>
            <a:ext cx="530352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E2E8F0"/>
                </a:solidFill>
                <a:latin typeface="Segoe UI"/>
              </a:defRPr>
            </a:pPr>
            <a:r>
              <a:t>PCCOE INTERNATIONAL GRAND CHALLENGE: 2026 | PUNE, INDIA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292608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THEME: AI FOR CLIMATE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54864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600" b="1">
                <a:solidFill>
                  <a:srgbClr val="0F172A"/>
                </a:solidFill>
                <a:latin typeface="Segoe UI"/>
              </a:defRPr>
            </a:pPr>
            <a:r>
              <a:t>FARMSHIELD AI</a:t>
            </a:r>
          </a:p>
          <a:p>
            <a:pPr>
              <a:spcBef>
                <a:spcPts val="800"/>
              </a:spcBef>
              <a:defRPr sz="1600" b="1">
                <a:solidFill>
                  <a:srgbClr val="059669"/>
                </a:solidFill>
                <a:latin typeface="Segoe UI"/>
              </a:defRPr>
            </a:pPr>
            <a:r>
              <a:t>AI-Powered Multi-Hazard Climate Impact &amp; Early Intervention System for Agriculture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Turning macro climate predictions into verified field-level crop protection for smallholder farmers.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297680"/>
            <a:ext cx="5486400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“From Climate Prediction to Crop Protection”</a:t>
            </a:r>
          </a:p>
          <a:p>
            <a:pPr algn="ctr">
              <a:defRPr sz="950">
                <a:solidFill>
                  <a:srgbClr val="CBD5E1"/>
                </a:solidFill>
              </a:defRPr>
            </a:pPr>
            <a:r>
              <a:t>Continuous Closed Loop: PREDICT → PROTECT → OBSERVE → VERIFY → ADAPT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Members Details:  Dinesh Khande • UG • JSPM COE • SPPU  |  Akshay Ryakawar • UG • JSPM COE • SPPU  |  Sanskar Penshanwar • UG • JSPM COE • SPPU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PROBLEM STATEMENT/IDEA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Problem Statement/Idea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Climate Risk Is No Longer One Problem — Compounding weather shocks destroy yields before farmers can determine the right field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⚡ CRITICAL VULNERABILITY CHAIN:   Weather Event   →   Unnoticed Crop Stress   →   Irreversible Crop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020824" cy="28346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1746504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/>
            </a:pPr>
            <a:r>
              <a:t>🌧</a:t>
            </a:r>
          </a:p>
          <a:p>
            <a:pPr>
              <a:spcBef>
                <a:spcPts val="600"/>
              </a:spcBef>
              <a:defRPr sz="1300" b="1">
                <a:solidFill>
                  <a:srgbClr val="EF4444"/>
                </a:solidFill>
                <a:latin typeface="Segoe UI"/>
              </a:defRPr>
            </a:pPr>
            <a:r>
              <a:t>Excess Rainfall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Waterlogging &amp; root hypoxia. Floods drown delicate root zones.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2377440"/>
            <a:ext cx="2020824" cy="28346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44952" y="2514600"/>
            <a:ext cx="1746504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/>
            </a:pPr>
            <a:r>
              <a:t>☀</a:t>
            </a:r>
          </a:p>
          <a:p>
            <a:pPr>
              <a:spcBef>
                <a:spcPts val="600"/>
              </a:spcBef>
              <a:defRPr sz="1300" b="1">
                <a:solidFill>
                  <a:srgbClr val="F59E0B"/>
                </a:solidFill>
                <a:latin typeface="Segoe UI"/>
              </a:defRPr>
            </a:pPr>
            <a:r>
              <a:t>Heat Stress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High daytime heat causes pollen sterility &amp; flower abortion.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2377440"/>
            <a:ext cx="2020824" cy="28346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21224" y="2514600"/>
            <a:ext cx="1746504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/>
            </a:pPr>
            <a:r>
              <a:t>💧</a:t>
            </a:r>
          </a:p>
          <a:p>
            <a:pPr>
              <a:spcBef>
                <a:spcPts val="600"/>
              </a:spcBef>
              <a:defRPr sz="1300" b="1">
                <a:solidFill>
                  <a:srgbClr val="0EA5E9"/>
                </a:solidFill>
                <a:latin typeface="Segoe UI"/>
              </a:defRPr>
            </a:pPr>
            <a:r>
              <a:t>Water Stress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Soil moisture deficits stall vegetative node development.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2377440"/>
            <a:ext cx="2020824" cy="28346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97496" y="2514600"/>
            <a:ext cx="1746504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/>
            </a:pPr>
            <a:r>
              <a:t>🌡</a:t>
            </a:r>
          </a:p>
          <a:p>
            <a:pPr>
              <a:spcBef>
                <a:spcPts val="600"/>
              </a:spcBef>
              <a:defRPr sz="1300" b="1">
                <a:solidFill>
                  <a:srgbClr val="F59E0B"/>
                </a:solidFill>
                <a:latin typeface="Segoe UI"/>
              </a:defRPr>
            </a:pPr>
            <a:r>
              <a:t>Thermal Shock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Sudden swings arrest nutrient uptake &amp; trigger early senescence.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2377440"/>
            <a:ext cx="2020824" cy="28346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73768" y="2514600"/>
            <a:ext cx="1746504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/>
            </a:pPr>
            <a:r>
              <a:t>🦠</a:t>
            </a:r>
          </a:p>
          <a:p>
            <a:pPr>
              <a:spcBef>
                <a:spcPts val="600"/>
              </a:spcBef>
              <a:defRPr sz="1300" b="1">
                <a:solidFill>
                  <a:srgbClr val="EF4444"/>
                </a:solidFill>
                <a:latin typeface="Segoe UI"/>
              </a:defRPr>
            </a:pPr>
            <a:r>
              <a:t>Climate Pests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Humid micro-climates spur rapid fungal blight &amp; pest epidemics.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49240"/>
            <a:ext cx="10728655" cy="868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10B981"/>
                </a:solidFill>
                <a:latin typeface="Segoe UI"/>
              </a:defRPr>
            </a:pPr>
            <a:r>
              <a:t>THE CORE GAP: “Farmers need actionable, crop-specific warnings — not just generic weather forecasts.”</a:t>
            </a:r>
          </a:p>
          <a:p>
            <a:pPr algn="ctr">
              <a:defRPr sz="1100">
                <a:solidFill>
                  <a:srgbClr val="CBD5E1"/>
                </a:solidFill>
                <a:latin typeface="Segoe UI"/>
              </a:defRPr>
            </a:pPr>
            <a:r>
              <a:t>In rainfed regions (Maharashtra, MP, Karnataka), compounding climate shocks cause massive crop loss annually.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PROBLEM STATEMENT/IDEA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Problem Statement/Idea: The Core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Weather Forecast ≠ Crop Protection — Why existing meteorological apps fail to stop crop loss in smallholder farms.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/>
            </a:r>
            <a:br/>
            <a:r>
              <a:t>Typical Workflow:</a:t>
            </a:r>
          </a:p>
          <a:p>
            <a:pPr>
              <a:spcBef>
                <a:spcPts val="400"/>
              </a:spcBef>
              <a:defRPr sz="1200" b="1">
                <a:solidFill>
                  <a:srgbClr val="EF4444"/>
                </a:solidFill>
                <a:latin typeface="Segoe UI"/>
              </a:defRPr>
            </a:pPr>
            <a:r>
              <a:t>Weather Satellite  ➔  'Rain Expected: 70%'  ➔  Confused Farmer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❌ Macro-Level Only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Forecasts cover 20km² grid zones, ignoring localized micro-climates.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❌ Blind to Crop Stage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'30mm rain' is good for vegetative sugarcane, but fatal for flowering peas.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❌ Zero Action Guidance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Leaves the farmer guessing what physical intervention to carry out.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❌ No Verification Loop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One-way broadcast with zero follow-up on whether crops survived.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28800"/>
            <a:ext cx="2377440" cy="29260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00" b="1">
                <a:solidFill>
                  <a:srgbClr val="EF4444"/>
                </a:solidFill>
                <a:latin typeface="Segoe UI"/>
              </a:defRPr>
            </a:pPr>
            <a:r>
              <a:t>STATUS QUO: GENERIC WEATHER APPS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45920"/>
            <a:ext cx="5212080" cy="39319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22415" y="18288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/>
            </a:r>
            <a:br/>
            <a:r>
              <a:t>FarmShield Pipeline:</a:t>
            </a:r>
          </a:p>
          <a:p>
            <a:pPr>
              <a:spcBef>
                <a:spcPts val="400"/>
              </a:spcBef>
              <a:defRPr sz="1200" b="1">
                <a:solidFill>
                  <a:srgbClr val="059669"/>
                </a:solidFill>
                <a:latin typeface="Segoe UI"/>
              </a:defRPr>
            </a:pPr>
            <a:r>
              <a:t>Weather ➔ Hazard ➔ Crop Stage ➔ Action ➔ Photo ➔ Verify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✔ Answers: 'What Does This Weather Mean for THIS Crop?'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Translates weather into crop-specific stress and yield vulnerability.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✔ Dynamic Growth-Stage Sensitivity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Different advisory rules for germination, flowering, pod setting, and harvest.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✔ Prescriptive, Verifiable Intervention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Delivers exact drainage, shading, or bio-spray instructions in regional language.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✔ Computer Vision Feedback Loop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Farmer uploads field photos to verify whether stress is improving or persisting.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22415" y="1828800"/>
            <a:ext cx="219456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FARMSHIELD AI: CLOSED-LOOP INTERVENTION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15000"/>
            <a:ext cx="10728655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THE FARMSHIELD SHIFT: We do not predict the weather. We predict CROP RISK and verify FIELD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PROPOSED SOLUTION/ARCHITECTURE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Proposed Solution/Architecture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From Forecast to Field-Level Action — Autonomous 8-step pipeline converting volatile meteorological data into verified farm resilience.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CENTRAL INNOVATION CYCLE:   PREDICT   →   PROTECT   →   OBSERVE   →   VERIFY   →   ADAPT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254203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2331720"/>
            <a:ext cx="232257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STEP 01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🌦 Weather &amp; Telemetry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IMD &amp; OpenWeather APIs, satellite NDVI, microclimate sensors.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2240280"/>
            <a:ext cx="254203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2331720"/>
            <a:ext cx="232257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STEP 02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⚠️ Hazard Detection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Multi-hazard models flag excessive rain, heat, and humidity spikes.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240280"/>
            <a:ext cx="254203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072" y="2331720"/>
            <a:ext cx="232257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STEP 03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🌱 Crop &amp; Growth Stage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Identifies crop variety (e.g. Pea, Soy) and exact phenology phase.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2240280"/>
            <a:ext cx="254203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15984" y="2331720"/>
            <a:ext cx="232257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STEP 04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🧠 AI Risk Analysis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Correlates weather intensity against crop-stage vulnerability index.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69080"/>
            <a:ext cx="254203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4160520"/>
            <a:ext cx="232257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STEP 05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🛡 Prescriptive Action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Automated field-level intervention (drainage, mulch, bio-control).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6432" y="4069080"/>
            <a:ext cx="2542032" cy="1645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4160520"/>
            <a:ext cx="232257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Segoe UI"/>
              </a:defRPr>
            </a:pPr>
            <a:r>
              <a:t>STEP 06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📸 Farmer Image/Video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Farmer captures simple smartphone photo of treated field zone.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4069080"/>
            <a:ext cx="2542032" cy="1645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072" y="4160520"/>
            <a:ext cx="232257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Segoe UI"/>
              </a:defRPr>
            </a:pPr>
            <a:r>
              <a:t>STEP 07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👁 AI Stress Verification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CV model analyzes foliar wilting, chlorosis, and standing water.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4069080"/>
            <a:ext cx="2542032" cy="1645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15984" y="4160520"/>
            <a:ext cx="232257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Segoe UI"/>
              </a:defRPr>
            </a:pPr>
            <a:r>
              <a:t>STEP 08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🔄 Updated Risk &amp; Adapt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Recalibrates risk score and loops back to continuous monitoring.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943600"/>
            <a:ext cx="10728655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🔄 CONTINUOUS CLOSED-LOOP: Step 08 automatically feeds verified ground truth back into Step 01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UNIQUE FEATURES/INNOVATION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Unique features/Innovation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The Continuous Feedback Loop — FarmShield doesn't stop at the alert; verifies crop recovery over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1. PREDICT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Multi-hazard engine forecasts micro-climate stress 48-72h in advance.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2. PROTECT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Dispatches stage-specific advisory (drainage trench, bio-fungicide, shade).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3. OBSERVE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Farmer completes action and uploads field photo/video via lightweight app.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4. VERIFY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Computer Vision analyzes canopy health, foliar turgor, and moisture saturation.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5. ADAPT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System recalibrates risk score: de-escalates alert or triggers secondary intervention.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2194560" cy="2743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THE 5-PHASE CONTINUOUS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333695" cy="4023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4876495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/>
            </a:r>
            <a:br/>
            <a:r>
              <a:t>Temporal Observation: BEFORE  ➔  AFTER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🟢 STRESS IMPROVING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Canopy recovering, moisture receded. Reassures farmer and logs successful intervention protocol.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  <a:latin typeface="Segoe UI"/>
              </a:defRPr>
            </a:pPr>
            <a:r>
              <a:t>🟡 STRESS PERSISTING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Foliar stress stable but waterlogging remains high. Dispatches secondary soil drainage protocol.</a:t>
            </a:r>
          </a:p>
          <a:p>
            <a:pPr>
              <a:spcBef>
                <a:spcPts val="800"/>
              </a:spcBef>
              <a:defRPr sz="1200" b="1">
                <a:solidFill>
                  <a:srgbClr val="EF4444"/>
                </a:solidFill>
                <a:latin typeface="Segoe UI"/>
              </a:defRPr>
            </a:pPr>
            <a:r>
              <a:t>🔴 STRESS INCREASING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Early root rot or pathogen spore emergence detected. Immediately escalates to KVK / Extension Officer.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292608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AI-ASSISTED CROP STRESS VERIFICATION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06440"/>
            <a:ext cx="10728655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34155"/>
                </a:solidFill>
                <a:latin typeface="Segoe UI"/>
              </a:defRPr>
            </a:pPr>
            <a:r>
              <a:t>SCIENTIFIC RIGOR: Image analysis delivers 'AI-assisted crop stress verification' and trend comparison — not overstated claims.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PROPOSED SOLUTION / FIELD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Proposed Solution: Field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One Farmer. One Risk. One Intervention. — Real-world deployment scenario in Satara, Maharashtra.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594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🌱 CROP: Green Pea (Pisum sativum)   |   STAGE: Flowering (Vulnerable)   |   LOCATION: Satara, Maharashtra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3429000" cy="3931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0632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/>
            </a:r>
            <a:br/>
            <a:r>
              <a:t>🌧 Heavy Rainfall Forecast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Hazard Detected: 70mm torrential rainfall predicted within 36 hours.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Crop-Stage Sensitivity: Pea flowering phase is highly intolerant to standing water.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Projected Impact: Root suffocation, flower drop, and up to 40% yield destruction.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AI Severity Index: CRITICAL (Level 4 Alert dispatched to farmer).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68880"/>
            <a:ext cx="146304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PHASE 1: THE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331720"/>
            <a:ext cx="3429000" cy="3931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62856" y="2468880"/>
            <a:ext cx="30632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/>
            </a:r>
            <a:br/>
            <a:r>
              <a:t>🛡 Stage-Specific Action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Immediate Advisory: Dig 15cm lateral drainage furrows before rainfall onset.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Input Caution: Halt planned nitrogen fertilizer application to prevent nutrient runoff.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Audio / Marathi SMS: Farmer receives clear voice note in Marathi via FarmShield PWA.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Window of Action: 18 hours prior to precipitation spike.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2856" y="2468880"/>
            <a:ext cx="164592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PHASE 2: INTERVENTION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2331720"/>
            <a:ext cx="3429000" cy="3931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2468880"/>
            <a:ext cx="30632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/>
            </a:r>
            <a:br/>
            <a:r>
              <a:t>📸 Before / After Vision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Day 3 Post-Rain: Farmer uploads photo of pea crop rows.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TF-Lite Edge Model: Analyzes standing water clearance and foliage turgor.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Verification Result: 🟢 Stress Improving: Drainage effective; flower retention normal.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Outcome: Avoided crop drowning and preserved critical pod-formation phase.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2468880"/>
            <a:ext cx="164592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PHASE 3: VERIFICATION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PROPOSED SOLUTION/ARCHITECTURE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Proposed Solution/Architecture: 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Inside FarmShield AI — Scalable multi-layer technical architecture built for low-connectivity rural environments.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6289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EA5E9"/>
                </a:solidFill>
                <a:latin typeface="Segoe UI"/>
              </a:defRPr>
            </a:pPr>
            <a:r>
              <a:t>LAYER 1: DATA INGESTION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IMD &amp; OpenWeather APIs  •  Sentinel-2 Satellite NDVI  •  Soil Moisture Grids  •  Farmer Telemetry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87752"/>
            <a:ext cx="10728655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79192"/>
            <a:ext cx="1036289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F59E0B"/>
                </a:solidFill>
                <a:latin typeface="Segoe UI"/>
              </a:defRPr>
            </a:pPr>
            <a:r>
              <a:t>LAYER 2: HAZARD CLASSIFICATION ENGINE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Extreme Precipitation Thresholding  •  Thermal Stress Modeling  •  Compound Drought Indices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9584"/>
            <a:ext cx="10728655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621024"/>
            <a:ext cx="1036289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59669"/>
                </a:solidFill>
                <a:latin typeface="Segoe UI"/>
              </a:defRPr>
            </a:pPr>
            <a:r>
              <a:t>LAYER 3: CROP KNOWLEDGE &amp; PHENOLOGY ENGINE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Crop Database (ICAR/KVK verified)  •  Growth Stage Vulnerability Matrix  •  Threshold Scoring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71416"/>
            <a:ext cx="10728655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562856"/>
            <a:ext cx="1036289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LAYER 4: COMPUTER VISION &amp; STRESS VERIFIER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On-Device TF-Lite / MobileNet  •  Canopy Segmentation  •  Temporal Before/After Delta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13248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504688"/>
            <a:ext cx="1036289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LAYER 5: REGIONAL DELIVERY &amp; DASHBOARD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Lightweight Marathi/Hindi PWA  •  IVR / SMS Fallback  •  KVK &amp; Extension Officer Analytics Portal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EXPECTED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From Reactive Farming to Early Intervention — Socio-economic &amp; agronomic transformation for Indian smallholders.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SYSTEMIC SHIFT:   REACT AFTER DAMAGE   ➔ ➔ ➔   PREDICT  +  ACT  +  VERIFY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96312"/>
            <a:ext cx="484632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⏱ EARLIER WARNING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Detect multi-hazard climate risk 48–72h prior to severe damage, providing smallholders with a vital intervention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233172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2496312"/>
            <a:ext cx="484632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💧 SMARTER WATER MANAGEMENT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Actionable drainage and moisture conservation protocols mitigate both flood hypoxia and severe dry-spell shock.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370832"/>
            <a:ext cx="484632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🌱 CROP-SPECIFIC GUIDANCE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Tailored advice mapped strictly to crop variety and exact growth stage eliminates costly trial-and-error input waste.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420624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4370832"/>
            <a:ext cx="484632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📸 CONTINUOUS MONITORING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Farmer-uploaded image/video feedback ensures recommendations are verified and adapted over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080760"/>
            <a:ext cx="10728655" cy="411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59669"/>
                </a:solidFill>
                <a:latin typeface="Segoe UI"/>
              </a:defRPr>
            </a:pPr>
            <a:r>
              <a:t>🎯 Designed specifically for Indian smallholder farming contexts, low-connectivity zones, and regional languages.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0728655" cy="5120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99713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>Conclusion: Protect the Crop Before the Loss</a:t>
            </a:r>
          </a:p>
          <a:p>
            <a:pPr>
              <a:spcBef>
                <a:spcPts val="800"/>
              </a:spcBef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“FarmShield AI turns climate intelligence into actionable, verified crop protection.”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84048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CONCLUSION — THE VISION FOR RESILIENT AGRICULTURE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834640"/>
            <a:ext cx="9997135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🌦 PREDICT   →   🛡 PROTECT   →   📸 OBSERVE   →   🤖 VERIFY   →   🔄 ADAPT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9997135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CORE PILLARS: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✔ AI &amp; Climate Resilience — Predicting multi-hazard vulnerabilities before shock occurs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✔ Crop-Stage Agronomy — Tailoring thresholds to delicate flowering and pod stages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✔ Computer Vision Loop — Verifying field response through farmer photo uploads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✔ Smallholder Equity — Low-bandwidth, regional language delivery for Indian farmers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Segoe UI"/>
              </a:defRPr>
            </a:pPr>
            <a:r>
              <a:t>FarmShield AI  •  AI  •  Climate Resilience  •  Precision Agriculture  •  Water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996</Words>
  <Application>Microsoft Office PowerPoint</Application>
  <PresentationFormat>Widescreen</PresentationFormat>
  <Paragraphs>166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2026-09-16T10:42:09Z</dcterms:modified>
  <cp:category/>
</cp:coreProperties>
</file>